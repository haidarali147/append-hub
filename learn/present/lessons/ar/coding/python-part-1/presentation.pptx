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6858000" cy="9144000"/>
  <p:defaultTextStyle>
    <a:lvl1pPr marL="0" algn="l" defTabSz="914400" rtl="0" ea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xmlns:p="http://schemas.openxmlformats.org/presentationml/2006/main"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heme" Target="theme/them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>
            <a:picLocks noChangeAspect="1"/>
          </p:cNvPicPr>
          <p:nvPr/>
        </p:nvPicPr>
        <p:blipFill rotWithShape="1">
          <a:blip r:embed="rId2"/>
          <a:srcRect l="237" t="0" r="996" b="0"/>
          <a:stretch>
            <a:fillRect/>
          </a:stretch>
        </p:blipFill>
        <p:spPr>
          <a:xfrm rot="10800000" flipH="1">
            <a:off x="0" y="-6480"/>
            <a:ext cx="9164160" cy="51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771" t="0" r="6256" b="0"/>
          <a:stretch>
            <a:fillRect/>
          </a:stretch>
        </p:blipFill>
        <p:spPr>
          <a:xfrm rot="10800000" flipH="1">
            <a:off x="-58320" y="-6840"/>
            <a:ext cx="9279000" cy="52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958400" y="1392840"/>
            <a:ext cx="5226840" cy="158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5;p11"/>
          <p:cNvPicPr>
            <a:picLocks noChangeAspect="1"/>
          </p:cNvPicPr>
          <p:nvPr/>
        </p:nvPicPr>
        <p:blipFill rotWithShape="1">
          <a:blip r:embed="rId2"/>
          <a:srcRect l="420" t="0" r="-520" b="0"/>
          <a:stretch>
            <a:fillRect/>
          </a:stretch>
        </p:blipFill>
        <p:spPr>
          <a:xfrm rot="16200000" flipH="1">
            <a:off x="198396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Google Shape;86;p11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51446"/>
          <a:stretch>
            <a:fillRect/>
          </a:stretch>
        </p:blipFill>
        <p:spPr>
          <a:xfrm rot="5400000">
            <a:off x="-132480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095560" y="1669680"/>
            <a:ext cx="4952520" cy="11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1;p13"/>
          <p:cNvPicPr>
            <a:picLocks noChangeAspect="1"/>
          </p:cNvPicPr>
          <p:nvPr/>
        </p:nvPicPr>
        <p:blipFill rotWithShape="1">
          <a:blip r:embed="rId2"/>
          <a:srcRect l="420" t="0" r="-520" b="0"/>
          <a:stretch>
            <a:fillRect/>
          </a:stretch>
        </p:blipFill>
        <p:spPr>
          <a:xfrm rot="5400000">
            <a:off x="198252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92;p13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51446"/>
          <a:stretch>
            <a:fillRect/>
          </a:stretch>
        </p:blipFill>
        <p:spPr>
          <a:xfrm rot="5400000">
            <a:off x="-133092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20960" y="444960"/>
            <a:ext cx="6837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1105200" y="301428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1105200" y="388224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1104840" y="127908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1104840" y="2146680"/>
            <a:ext cx="1146240" cy="673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3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Google Shape;106;p13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7" name="Google Shape;107;p13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" name="Google Shape;108;p13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9" name="Google Shape;109;p13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" name="Google Shape;110;p13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1" name="Google Shape;111;p13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2" name="Google Shape;112;p13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3" name="Google Shape;113;p13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15;p14"/>
          <p:cNvPicPr>
            <a:picLocks noChangeAspect="1"/>
          </p:cNvPicPr>
          <p:nvPr/>
        </p:nvPicPr>
        <p:blipFill rotWithShape="1">
          <a:blip r:embed="rId2"/>
          <a:srcRect l="420" t="0" r="-520" b="0"/>
          <a:stretch>
            <a:fillRect/>
          </a:stretch>
        </p:blipFill>
        <p:spPr>
          <a:xfrm rot="16200000" flipH="1">
            <a:off x="198396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Google Shape;116;p14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51446"/>
          <a:stretch>
            <a:fillRect/>
          </a:stretch>
        </p:blipFill>
        <p:spPr>
          <a:xfrm rot="16200000" flipH="1">
            <a:off x="533304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Google Shape;117;p14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7" name="Google Shape;118;p14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25080" y="3724200"/>
            <a:ext cx="6693120" cy="531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22;p15"/>
          <p:cNvPicPr>
            <a:picLocks noChangeAspect="1"/>
          </p:cNvPicPr>
          <p:nvPr/>
        </p:nvPicPr>
        <p:blipFill rotWithShape="1">
          <a:blip r:embed="rId2"/>
          <a:srcRect l="2210" t="1565" r="2039" b="2427"/>
          <a:stretch>
            <a:fillRect/>
          </a:stretch>
        </p:blipFill>
        <p:spPr>
          <a:xfrm rot="10800000" flipH="1">
            <a:off x="-35640" y="-5760"/>
            <a:ext cx="9224280" cy="520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23;p15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28399" t="0" r="7263" b="0"/>
          <a:stretch>
            <a:fillRect/>
          </a:stretch>
        </p:blipFill>
        <p:spPr>
          <a:xfrm rot="10800000" flipH="1">
            <a:off x="0" y="-2520"/>
            <a:ext cx="63428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62200" y="2221920"/>
            <a:ext cx="5619600" cy="14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3730680" y="1028880"/>
            <a:ext cx="1682640" cy="1037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28;p16"/>
          <p:cNvPicPr>
            <a:picLocks noChangeAspect="1"/>
          </p:cNvPicPr>
          <p:nvPr/>
        </p:nvPicPr>
        <p:blipFill rotWithShape="1">
          <a:blip r:embed="rId2"/>
          <a:srcRect l="2068" t="1288" r="67847" b="1188"/>
          <a:stretch>
            <a:fillRect/>
          </a:stretch>
        </p:blipFill>
        <p:spPr>
          <a:xfrm rot="5400000">
            <a:off x="1976040" y="-2045160"/>
            <a:ext cx="5182920" cy="923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129;p16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0398" t="7567" r="28315" b="-125040"/>
          <a:stretch>
            <a:fillRect/>
          </a:stretch>
        </p:blipFill>
        <p:spPr>
          <a:xfrm rot="5400000">
            <a:off x="2179800" y="-1999800"/>
            <a:ext cx="5137920" cy="91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Google Shape;130;p16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6" name="Google Shape;131;p16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7" name="Google Shape;132;p16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8" name="Google Shape;133;p16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9" name="Google Shape;134;p16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0" name="Google Shape;135;p16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1" name="Google Shape;136;p16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2" name="Google Shape;137;p16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015200" y="866880"/>
            <a:ext cx="3404160" cy="217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383080" y="680040"/>
            <a:ext cx="2814120" cy="37836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algn="b" rotWithShape="0">
              <a:srgbClr val="0F2A29">
                <a:alpha val="50000"/>
              </a:srgbClr>
            </a:outerShdw>
          </a:effectLst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42;p17"/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rcRect l="3846" t="0" r="0" b="0"/>
          <a:stretch>
            <a:fillRect/>
          </a:stretch>
        </p:blipFill>
        <p:spPr>
          <a:xfrm rot="5400000">
            <a:off x="1992600" y="-2000880"/>
            <a:ext cx="516780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143;p17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74688"/>
          <a:stretch>
            <a:fillRect/>
          </a:stretch>
        </p:blipFill>
        <p:spPr>
          <a:xfrm rot="16200000" flipH="1">
            <a:off x="5935320" y="1915200"/>
            <a:ext cx="5146560" cy="13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53360" y="1333440"/>
            <a:ext cx="2765880" cy="122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47;p18"/>
          <p:cNvPicPr>
            <a:picLocks noChangeAspect="1"/>
          </p:cNvPicPr>
          <p:nvPr/>
        </p:nvPicPr>
        <p:blipFill rotWithShape="1">
          <a:blip r:embed="rId2"/>
          <a:srcRect l="420" t="0" r="-520" b="0"/>
          <a:stretch>
            <a:fillRect/>
          </a:stretch>
        </p:blipFill>
        <p:spPr>
          <a:xfrm rot="5400000" flipH="1">
            <a:off x="1951560" y="-2021400"/>
            <a:ext cx="525024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oogle Shape;148;p18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5469" t="51390" r="5793" b="-7602"/>
          <a:stretch>
            <a:fillRect/>
          </a:stretch>
        </p:blipFill>
        <p:spPr>
          <a:xfrm>
            <a:off x="0" y="-69120"/>
            <a:ext cx="7763400" cy="28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149;p18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1" name="Google Shape;150;p18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2" name="Google Shape;151;p18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3" name="Google Shape;152;p18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4" name="Google Shape;153;p18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5" name="Google Shape;154;p18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6" name="Google Shape;155;p18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7" name="Google Shape;156;p18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230080" y="1410840"/>
            <a:ext cx="2630160" cy="124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60;p19"/>
          <p:cNvPicPr>
            <a:picLocks noChangeAspect="1"/>
          </p:cNvPicPr>
          <p:nvPr/>
        </p:nvPicPr>
        <p:blipFill rotWithShape="1">
          <a:blip r:embed="rId2"/>
          <a:srcRect l="420" t="0" r="-520" b="0"/>
          <a:stretch>
            <a:fillRect/>
          </a:stretch>
        </p:blipFill>
        <p:spPr>
          <a:xfrm rot="16200000" flipH="1">
            <a:off x="198180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161;p19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74946"/>
          <a:stretch>
            <a:fillRect/>
          </a:stretch>
        </p:blipFill>
        <p:spPr>
          <a:xfrm rot="5400000">
            <a:off x="-1922760" y="1921680"/>
            <a:ext cx="5146560" cy="128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Google Shape;162;p19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2" name="Google Shape;163;p19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3" name="Google Shape;164;p19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26480" y="1017720"/>
            <a:ext cx="7703640" cy="12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68;p20"/>
          <p:cNvPicPr>
            <a:picLocks noChangeAspect="1"/>
          </p:cNvPicPr>
          <p:nvPr/>
        </p:nvPicPr>
        <p:blipFill rotWithShape="1">
          <a:blip r:embed="rId2"/>
          <a:srcRect l="420" t="0" r="-520" b="0"/>
          <a:stretch>
            <a:fillRect/>
          </a:stretch>
        </p:blipFill>
        <p:spPr>
          <a:xfrm rot="5400000">
            <a:off x="198252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169;p20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74946"/>
          <a:stretch>
            <a:fillRect/>
          </a:stretch>
        </p:blipFill>
        <p:spPr>
          <a:xfrm rot="16200000" flipH="1">
            <a:off x="5928840" y="1921680"/>
            <a:ext cx="5146560" cy="128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9" name="Google Shape;171;p20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0" name="Google Shape;172;p20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1" name="Google Shape;173;p20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2" name="Google Shape;174;p20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3" name="Google Shape;175;p20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4" name="Google Shape;176;p20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5" name="Google Shape;177;p20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6" name="Google Shape;178;p20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4;p3"/>
          <p:cNvPicPr>
            <a:picLocks noChangeAspect="1"/>
          </p:cNvPicPr>
          <p:nvPr/>
        </p:nvPicPr>
        <p:blipFill rotWithShape="1">
          <a:blip r:embed="rId2"/>
          <a:srcRect l="239" t="0" r="59" b="0"/>
          <a:stretch>
            <a:fillRect/>
          </a:stretch>
        </p:blipFill>
        <p:spPr>
          <a:xfrm rot="10800000">
            <a:off x="-1800" y="-6480"/>
            <a:ext cx="9143640" cy="51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5;p3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60" t="0" r="6102" b="0"/>
          <a:stretch>
            <a:fillRect/>
          </a:stretch>
        </p:blipFill>
        <p:spPr>
          <a:xfrm rot="10800000">
            <a:off x="360" y="-6480"/>
            <a:ext cx="91436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13160" y="2347200"/>
            <a:ext cx="4370400" cy="130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713160" y="802080"/>
            <a:ext cx="1775160" cy="12369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80;p21"/>
          <p:cNvPicPr>
            <a:picLocks noChangeAspect="1"/>
          </p:cNvPicPr>
          <p:nvPr/>
        </p:nvPicPr>
        <p:blipFill rotWithShape="1">
          <a:blip r:embed="rId2"/>
          <a:srcRect l="411" t="0" r="1539" b="0"/>
          <a:stretch>
            <a:fillRect/>
          </a:stretch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81;p21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83538"/>
          <a:stretch>
            <a:fillRect/>
          </a:stretch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82;p21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83538"/>
          <a:stretch>
            <a:fillRect/>
          </a:stretch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85;p22"/>
          <p:cNvPicPr>
            <a:picLocks noChangeAspect="1"/>
          </p:cNvPicPr>
          <p:nvPr/>
        </p:nvPicPr>
        <p:blipFill rotWithShape="1">
          <a:blip r:embed="rId2"/>
          <a:srcRect l="411" t="0" r="1539" b="0"/>
          <a:stretch>
            <a:fillRect/>
          </a:stretch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oogle Shape;186;p22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83538"/>
          <a:stretch>
            <a:fillRect/>
          </a:stretch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Google Shape;187;p22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83538"/>
          <a:stretch>
            <a:fillRect/>
          </a:stretch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190;p23"/>
          <p:cNvPicPr>
            <a:picLocks noChangeAspect="1"/>
          </p:cNvPicPr>
          <p:nvPr/>
        </p:nvPicPr>
        <p:blipFill rotWithShape="1">
          <a:blip r:embed="rId2"/>
          <a:srcRect l="420" t="0" r="-520" b="0"/>
          <a:stretch>
            <a:fillRect/>
          </a:stretch>
        </p:blipFill>
        <p:spPr>
          <a:xfrm rot="16200000" flipH="1">
            <a:off x="197604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91;p23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51446"/>
          <a:stretch>
            <a:fillRect/>
          </a:stretch>
        </p:blipFill>
        <p:spPr>
          <a:xfrm rot="16200000" flipH="1">
            <a:off x="533124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Google Shape;192;p23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2" name="Google Shape;193;p23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3" name="Google Shape;194;p23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4" name="Google Shape;195;p23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5" name="Google Shape;196;p23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6" name="Google Shape;197;p23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7" name="Google Shape;198;p23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8" name="Google Shape;199;p23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78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206;p24"/>
          <p:cNvPicPr>
            <a:picLocks noChangeAspect="1"/>
          </p:cNvPicPr>
          <p:nvPr/>
        </p:nvPicPr>
        <p:blipFill rotWithShape="1">
          <a:blip r:embed="rId2"/>
          <a:srcRect l="420" t="0" r="-520" b="0"/>
          <a:stretch>
            <a:fillRect/>
          </a:stretch>
        </p:blipFill>
        <p:spPr>
          <a:xfrm rot="5400000">
            <a:off x="1982520" y="-199080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207;p24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74946"/>
          <a:stretch>
            <a:fillRect/>
          </a:stretch>
        </p:blipFill>
        <p:spPr>
          <a:xfrm rot="16200000" flipH="1">
            <a:off x="5928840" y="1921680"/>
            <a:ext cx="5146560" cy="12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208;p24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42826" t="34159" r="14891" b="9626"/>
          <a:stretch>
            <a:fillRect/>
          </a:stretch>
        </p:blipFill>
        <p:spPr>
          <a:xfrm rot="10800000" flipH="1">
            <a:off x="6480" y="2274840"/>
            <a:ext cx="4168080" cy="28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477440" y="444960"/>
            <a:ext cx="6189120" cy="120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213;p25"/>
          <p:cNvPicPr>
            <a:picLocks noChangeAspect="1"/>
          </p:cNvPicPr>
          <p:nvPr/>
        </p:nvPicPr>
        <p:blipFill rotWithShape="1">
          <a:blip r:embed="rId2"/>
          <a:srcRect l="-112" t="0" r="68722" b="0"/>
          <a:stretch>
            <a:fillRect/>
          </a:stretch>
        </p:blipFill>
        <p:spPr>
          <a:xfrm rot="5400000">
            <a:off x="1961640" y="-2017080"/>
            <a:ext cx="5220720" cy="91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214;p25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25091" t="64070" r="46719" b="-15030"/>
          <a:stretch>
            <a:fillRect/>
          </a:stretch>
        </p:blipFill>
        <p:spPr>
          <a:xfrm rot="5400000">
            <a:off x="5543280" y="174960"/>
            <a:ext cx="3763080" cy="34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486080" y="444960"/>
            <a:ext cx="6171480" cy="1221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pic>
        <p:nvPicPr>
          <p:cNvPr id="107" name="Google Shape;222;p25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25091" t="15030" r="46719" b="74075"/>
          <a:stretch>
            <a:fillRect/>
          </a:stretch>
        </p:blipFill>
        <p:spPr>
          <a:xfrm rot="5400000">
            <a:off x="-1624320" y="1577520"/>
            <a:ext cx="3912840" cy="75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24;p26"/>
          <p:cNvPicPr>
            <a:picLocks noChangeAspect="1"/>
          </p:cNvPicPr>
          <p:nvPr/>
        </p:nvPicPr>
        <p:blipFill rotWithShape="1">
          <a:blip r:embed="rId2"/>
          <a:srcRect l="420" t="-242" r="-520" b="-242"/>
          <a:stretch>
            <a:fillRect/>
          </a:stretch>
        </p:blipFill>
        <p:spPr>
          <a:xfrm rot="16200000" flipH="1">
            <a:off x="1983960" y="-2013120"/>
            <a:ext cx="5188320" cy="9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225;p26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51446"/>
          <a:stretch>
            <a:fillRect/>
          </a:stretch>
        </p:blipFill>
        <p:spPr>
          <a:xfrm rot="5400000">
            <a:off x="-1324800" y="1316520"/>
            <a:ext cx="5146560" cy="24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Google Shape;226;p26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11" name="Google Shape;227;p26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12" name="Google Shape;228;p26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39;p27"/>
          <p:cNvPicPr>
            <a:picLocks noChangeAspect="1"/>
          </p:cNvPicPr>
          <p:nvPr/>
        </p:nvPicPr>
        <p:blipFill rotWithShape="1">
          <a:blip r:embed="rId2"/>
          <a:srcRect l="1525" t="2828" r="67003" b="2562"/>
          <a:stretch>
            <a:fillRect/>
          </a:stretch>
        </p:blipFill>
        <p:spPr>
          <a:xfrm rot="5400000">
            <a:off x="1971000" y="-2064240"/>
            <a:ext cx="5233680" cy="9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240;p27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0398" t="17263" r="28315" b="-125022"/>
          <a:stretch>
            <a:fillRect/>
          </a:stretch>
        </p:blipFill>
        <p:spPr>
          <a:xfrm rot="5400000">
            <a:off x="2273040" y="-1877040"/>
            <a:ext cx="5137920" cy="873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241;p27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17" name="Google Shape;242;p27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18" name="Google Shape;243;p27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19" name="Google Shape;244;p27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20" name="Google Shape;245;p27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21" name="Google Shape;246;p27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22" name="Google Shape;247;p27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23" name="Google Shape;248;p27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263;p28"/>
          <p:cNvGrpSpPr/>
          <p:nvPr/>
        </p:nvGrpSpPr>
        <p:grpSpPr>
          <a:xfrm>
            <a:off x="-1440" y="-6840"/>
            <a:ext cx="9156240" cy="5181120"/>
            <a:chOff x="-1440" y="-6840"/>
            <a:chExt cx="9156240" cy="5181120"/>
          </a:xfrm>
        </p:grpSpPr>
        <p:pic>
          <p:nvPicPr>
            <p:cNvPr id="126" name="Google Shape;264;p28"/>
            <p:cNvPicPr>
              <a:picLocks noChangeAspect="1"/>
            </p:cNvPicPr>
            <p:nvPr/>
          </p:nvPicPr>
          <p:blipFill rotWithShape="1">
            <a:blip r:embed="rId2">
              <a:alphaModFix amt="80000"/>
            </a:blip>
            <a:srcRect l="5275" t="0" r="44373" b="0"/>
            <a:stretch>
              <a:fillRect/>
            </a:stretch>
          </p:blipFill>
          <p:spPr>
            <a:xfrm rot="5400000" flipH="1">
              <a:off x="3238560" y="-741960"/>
              <a:ext cx="2676240" cy="915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" name="Google Shape;265;p28"/>
            <p:cNvPicPr>
              <a:picLocks noChangeAspect="1"/>
            </p:cNvPicPr>
            <p:nvPr/>
          </p:nvPicPr>
          <p:blipFill rotWithShape="1">
            <a:blip r:embed="rId2">
              <a:alphaModFix amt="80000"/>
            </a:blip>
            <a:srcRect l="3991" t="0" r="46660" b="0"/>
            <a:stretch>
              <a:fillRect/>
            </a:stretch>
          </p:blipFill>
          <p:spPr>
            <a:xfrm rot="5400000">
              <a:off x="3297960" y="-3306240"/>
              <a:ext cx="2557080" cy="91562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28" name="Google Shape;266;p28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74688"/>
          <a:stretch>
            <a:fillRect/>
          </a:stretch>
        </p:blipFill>
        <p:spPr>
          <a:xfrm rot="16200000" flipH="1">
            <a:off x="5935320" y="1915200"/>
            <a:ext cx="5146560" cy="130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85960" y="1731960"/>
            <a:ext cx="223776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3453120" y="1731960"/>
            <a:ext cx="223776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title"/>
          </p:nvPr>
        </p:nvSpPr>
        <p:spPr>
          <a:xfrm>
            <a:off x="6019920" y="1731960"/>
            <a:ext cx="223776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6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274;p29"/>
          <p:cNvPicPr>
            <a:picLocks noChangeAspect="1"/>
          </p:cNvPicPr>
          <p:nvPr/>
        </p:nvPicPr>
        <p:blipFill rotWithShape="1">
          <a:blip r:embed="rId2"/>
          <a:srcRect l="420" t="0" r="-500" b="0"/>
          <a:stretch>
            <a:fillRect/>
          </a:stretch>
        </p:blipFill>
        <p:spPr>
          <a:xfrm rot="5400000" flipH="1">
            <a:off x="1964520" y="-2008080"/>
            <a:ext cx="522396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275;p29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83538"/>
          <a:stretch>
            <a:fillRect/>
          </a:stretch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Google Shape;276;p29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5" name="Google Shape;277;p29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6" name="Google Shape;278;p29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7" name="Google Shape;279;p29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8" name="Google Shape;280;p29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39" name="Google Shape;281;p29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40" name="Google Shape;282;p29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41" name="Google Shape;283;p29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96480" y="2821680"/>
            <a:ext cx="205704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title"/>
          </p:nvPr>
        </p:nvSpPr>
        <p:spPr>
          <a:xfrm>
            <a:off x="3543480" y="2821680"/>
            <a:ext cx="205704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title"/>
          </p:nvPr>
        </p:nvSpPr>
        <p:spPr>
          <a:xfrm>
            <a:off x="6090120" y="2821680"/>
            <a:ext cx="205704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xx%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title"/>
          </p:nvPr>
        </p:nvSpPr>
        <p:spPr>
          <a:xfrm>
            <a:off x="720000" y="450360"/>
            <a:ext cx="7703640" cy="56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pic>
        <p:nvPicPr>
          <p:cNvPr id="146" name="Google Shape;294;p29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83538"/>
          <a:stretch>
            <a:fillRect/>
          </a:stretch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296;p30"/>
          <p:cNvPicPr>
            <a:picLocks noChangeAspect="1"/>
          </p:cNvPicPr>
          <p:nvPr/>
        </p:nvPicPr>
        <p:blipFill rotWithShape="1">
          <a:blip r:embed="rId2"/>
          <a:srcRect l="-2502" t="-2753" r="-2693" b="-2753"/>
          <a:stretch>
            <a:fillRect/>
          </a:stretch>
        </p:blipFill>
        <p:spPr>
          <a:xfrm rot="10800000">
            <a:off x="-253440" y="-148320"/>
            <a:ext cx="9647640" cy="543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297;p30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030" t="0" r="6109" b="0"/>
          <a:stretch>
            <a:fillRect/>
          </a:stretch>
        </p:blipFill>
        <p:spPr>
          <a:xfrm rot="10800000">
            <a:off x="360" y="-2520"/>
            <a:ext cx="915588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Google Shape;298;p30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0" name="Google Shape;299;p30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1" name="Google Shape;300;p30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2" name="Google Shape;301;p30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3" name="Google Shape;302;p30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4" name="Google Shape;303;p30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5" name="Google Shape;304;p30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6" name="Google Shape;305;p30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61560" y="655200"/>
            <a:ext cx="4475160" cy="108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8" name="Google Shape;308;p30"/>
          <p:cNvSpPr/>
          <p:nvPr/>
        </p:nvSpPr>
        <p:spPr>
          <a:xfrm>
            <a:off x="713160" y="3670920"/>
            <a:ext cx="497160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latin typeface="Albert Sans"/>
                <a:ea typeface="Albert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latin typeface="Albert Sans"/>
                <a:ea typeface="Albert Sans"/>
                <a:hlinkClick r:id="rId4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latin typeface="Albert Sans"/>
                <a:ea typeface="Albert Sans"/>
              </a:rPr>
              <a:t>, and includes icons by </a:t>
            </a:r>
            <a:r>
              <a:rPr lang="en" sz="1200" b="1" u="sng" strike="noStrike">
                <a:solidFill>
                  <a:schemeClr val="hlink"/>
                </a:solidFill>
                <a:latin typeface="Albert Sans"/>
                <a:ea typeface="Albert Sans"/>
                <a:hlinkClick r:id="rId5"/>
              </a:rPr>
              <a:t>Flaticon </a:t>
            </a:r>
            <a:r>
              <a:rPr lang="en" sz="1200" b="0" u="none" strike="noStrike">
                <a:solidFill>
                  <a:schemeClr val="dk1"/>
                </a:solidFill>
                <a:latin typeface="Albert Sans"/>
                <a:ea typeface="Albert Sans"/>
              </a:rPr>
              <a:t>and infographics &amp; images by </a:t>
            </a:r>
            <a:r>
              <a:rPr lang="en" sz="1200" b="1" u="sng" strike="noStrike">
                <a:solidFill>
                  <a:schemeClr val="hlink"/>
                </a:solidFill>
                <a:latin typeface="Albert Sans"/>
                <a:ea typeface="Albert Sans"/>
                <a:hlinkClick r:id="rId6"/>
              </a:rPr>
              <a:t>Freepik</a:t>
            </a:r>
            <a:endParaRPr lang="en-US" sz="1200" b="0" u="none" strike="noStrike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20;p4"/>
          <p:cNvPicPr>
            <a:picLocks noChangeAspect="1"/>
          </p:cNvPicPr>
          <p:nvPr/>
        </p:nvPicPr>
        <p:blipFill rotWithShape="1">
          <a:blip r:embed="rId2"/>
          <a:srcRect l="239" t="0" r="59" b="0"/>
          <a:stretch>
            <a:fillRect/>
          </a:stretch>
        </p:blipFill>
        <p:spPr>
          <a:xfrm rot="10800000">
            <a:off x="-1800" y="-6480"/>
            <a:ext cx="9143640" cy="514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Google Shape;21;p4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28399" t="0" r="7263" b="0"/>
          <a:stretch>
            <a:fillRect/>
          </a:stretch>
        </p:blipFill>
        <p:spPr>
          <a:xfrm rot="10800000">
            <a:off x="2805840" y="-6480"/>
            <a:ext cx="6342840" cy="51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Google Shape;22;p4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2" name="Google Shape;23;p4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3" name="Google Shape;24;p4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4" name="Google Shape;25;p4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5" name="Google Shape;26;p4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6" name="Google Shape;27;p4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7" name="Google Shape;28;p4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8" name="Google Shape;29;p4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26480" y="1017720"/>
            <a:ext cx="7703640" cy="355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310;p31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72" name="Google Shape;311;p31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73" name="Google Shape;312;p31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174" name="Google Shape;313;p31"/>
          <p:cNvPicPr>
            <a:picLocks noChangeAspect="1"/>
          </p:cNvPicPr>
          <p:nvPr/>
        </p:nvPicPr>
        <p:blipFill rotWithShape="1">
          <a:blip r:embed="rId2"/>
          <a:srcRect l="414" t="0" r="553" b="0"/>
          <a:stretch>
            <a:fillRect/>
          </a:stretch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Google Shape;314;p31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83538"/>
          <a:stretch>
            <a:fillRect/>
          </a:stretch>
        </p:blipFill>
        <p:spPr>
          <a:xfrm rot="16200000">
            <a:off x="617652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Google Shape;315;p31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83538"/>
          <a:stretch>
            <a:fillRect/>
          </a:stretch>
        </p:blipFill>
        <p:spPr>
          <a:xfrm rot="5400000" flipH="1">
            <a:off x="-2149560" y="2185200"/>
            <a:ext cx="5146560" cy="846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317;p32"/>
          <p:cNvPicPr>
            <a:picLocks noChangeAspect="1"/>
          </p:cNvPicPr>
          <p:nvPr/>
        </p:nvPicPr>
        <p:blipFill rotWithShape="1">
          <a:blip r:embed="rId2"/>
          <a:srcRect l="392" t="0" r="68538" b="0"/>
          <a:stretch>
            <a:fillRect/>
          </a:stretch>
        </p:blipFill>
        <p:spPr>
          <a:xfrm rot="5400000">
            <a:off x="1981440" y="-1997640"/>
            <a:ext cx="5181480" cy="91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Google Shape;318;p32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0398" t="7567" r="28315" b="-125040"/>
          <a:stretch>
            <a:fillRect/>
          </a:stretch>
        </p:blipFill>
        <p:spPr>
          <a:xfrm rot="5400000">
            <a:off x="2003040" y="-2000160"/>
            <a:ext cx="5137920" cy="9143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33;p5"/>
          <p:cNvPicPr>
            <a:picLocks noChangeAspect="1"/>
          </p:cNvPicPr>
          <p:nvPr/>
        </p:nvPicPr>
        <p:blipFill rotWithShape="1">
          <a:blip r:embed="rId2"/>
          <a:srcRect l="414" t="0" r="682" b="0"/>
          <a:stretch>
            <a:fillRect/>
          </a:stretch>
        </p:blipFill>
        <p:spPr>
          <a:xfrm rot="5400000" flipH="1">
            <a:off x="1982520" y="-199044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Google Shape;34;p5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5469" t="51390" r="5793" b="-7602"/>
          <a:stretch>
            <a:fillRect/>
          </a:stretch>
        </p:blipFill>
        <p:spPr>
          <a:xfrm>
            <a:off x="0" y="-69120"/>
            <a:ext cx="7763400" cy="28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Google Shape;35;p5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2" name="Google Shape;36;p5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3" name="Google Shape;37;p5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4" name="Google Shape;38;p5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5" name="Google Shape;39;p5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6" name="Google Shape;40;p5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7" name="Google Shape;41;p5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8" name="Google Shape;42;p5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49;p6"/>
          <p:cNvPicPr>
            <a:picLocks noChangeAspect="1"/>
          </p:cNvPicPr>
          <p:nvPr/>
        </p:nvPicPr>
        <p:blipFill rotWithShape="1">
          <a:blip r:embed="rId2"/>
          <a:srcRect l="420" t="0" r="-671" b="0"/>
          <a:stretch>
            <a:fillRect/>
          </a:stretch>
        </p:blipFill>
        <p:spPr>
          <a:xfrm rot="5400000" flipH="1">
            <a:off x="1955160" y="-2017800"/>
            <a:ext cx="5243040" cy="915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Google Shape;50;p6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0" r="46635" b="83855"/>
          <a:stretch>
            <a:fillRect/>
          </a:stretch>
        </p:blipFill>
        <p:spPr>
          <a:xfrm rot="16200000">
            <a:off x="6168240" y="2193120"/>
            <a:ext cx="5146560" cy="83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Google Shape;51;p6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5469" t="60441" r="5793" b="-7605"/>
          <a:stretch>
            <a:fillRect/>
          </a:stretch>
        </p:blipFill>
        <p:spPr>
          <a:xfrm>
            <a:off x="0" y="0"/>
            <a:ext cx="7763400" cy="242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Google Shape;52;p6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94" name="Google Shape;53;p6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95" name="Google Shape;54;p6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57;p7"/>
          <p:cNvPicPr>
            <a:picLocks noChangeAspect="1"/>
          </p:cNvPicPr>
          <p:nvPr/>
        </p:nvPicPr>
        <p:blipFill rotWithShape="1">
          <a:blip r:embed="rId2"/>
          <a:srcRect l="2006" t="1597" r="1085" b="1597"/>
          <a:stretch>
            <a:fillRect/>
          </a:stretch>
        </p:blipFill>
        <p:spPr>
          <a:xfrm rot="5400000" flipH="1">
            <a:off x="1982520" y="-2006280"/>
            <a:ext cx="5188320" cy="915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Google Shape;58;p7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0" name="Google Shape;59;p7"/>
          <p:cNvSpPr/>
          <p:nvPr/>
        </p:nvSpPr>
        <p:spPr>
          <a:xfrm>
            <a:off x="7544520" y="35352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1" name="Google Shape;60;p7"/>
          <p:cNvSpPr/>
          <p:nvPr/>
        </p:nvSpPr>
        <p:spPr>
          <a:xfrm>
            <a:off x="7567560" y="35416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2" name="Google Shape;61;p7"/>
          <p:cNvSpPr/>
          <p:nvPr/>
        </p:nvSpPr>
        <p:spPr>
          <a:xfrm>
            <a:off x="7572960" y="35438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3" name="Google Shape;62;p7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4" name="Google Shape;63;p7"/>
          <p:cNvSpPr/>
          <p:nvPr/>
        </p:nvSpPr>
        <p:spPr>
          <a:xfrm>
            <a:off x="7544520" y="3538800"/>
            <a:ext cx="21960" cy="6480"/>
          </a:xfrm>
          <a:custGeom>
            <a:avLst/>
            <a:gdLst/>
            <a:ahLst/>
            <a:cxnLst/>
            <a:rect l="l" t="t" r="r" b="b"/>
            <a:pathLst>
              <a:path w="100000" h="30198">
                <a:moveTo>
                  <a:pt x="495" y="0"/>
                </a:moveTo>
                <a:cubicBezTo>
                  <a:pt x="40099" y="15347"/>
                  <a:pt x="75248" y="25248"/>
                  <a:pt x="100000" y="30198"/>
                </a:cubicBezTo>
                <a:cubicBezTo>
                  <a:pt x="75248" y="20297"/>
                  <a:pt x="40099" y="15347"/>
                  <a:pt x="495" y="0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5" name="Google Shape;64;p7"/>
          <p:cNvSpPr/>
          <p:nvPr/>
        </p:nvSpPr>
        <p:spPr>
          <a:xfrm>
            <a:off x="7567560" y="3545280"/>
            <a:ext cx="4320" cy="1800"/>
          </a:xfrm>
          <a:custGeom>
            <a:avLst/>
            <a:gdLst/>
            <a:ahLst/>
            <a:cxnLst/>
            <a:rect l="l" t="t" r="r" b="b"/>
            <a:pathLst>
              <a:path w="100000" h="51220">
                <a:moveTo>
                  <a:pt x="0" y="2439"/>
                </a:moveTo>
                <a:lnTo>
                  <a:pt x="0" y="2439"/>
                </a:lnTo>
                <a:cubicBezTo>
                  <a:pt x="9756" y="12195"/>
                  <a:pt x="21951" y="17073"/>
                  <a:pt x="36585" y="21951"/>
                </a:cubicBezTo>
                <a:lnTo>
                  <a:pt x="36585" y="21951"/>
                </a:lnTo>
                <a:cubicBezTo>
                  <a:pt x="26829" y="14634"/>
                  <a:pt x="14634" y="9756"/>
                  <a:pt x="0" y="2439"/>
                </a:cubicBezTo>
                <a:close/>
                <a:moveTo>
                  <a:pt x="36585" y="21951"/>
                </a:moveTo>
                <a:cubicBezTo>
                  <a:pt x="63415" y="39024"/>
                  <a:pt x="80488" y="51220"/>
                  <a:pt x="97561" y="51220"/>
                </a:cubicBezTo>
                <a:cubicBezTo>
                  <a:pt x="82927" y="36585"/>
                  <a:pt x="58537" y="29268"/>
                  <a:pt x="36585" y="2195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6" name="Google Shape;65;p7"/>
          <p:cNvSpPr/>
          <p:nvPr/>
        </p:nvSpPr>
        <p:spPr>
          <a:xfrm>
            <a:off x="7572960" y="3547440"/>
            <a:ext cx="5400" cy="2880"/>
          </a:xfrm>
          <a:custGeom>
            <a:avLst/>
            <a:gdLst/>
            <a:ahLst/>
            <a:cxnLst/>
            <a:rect l="l" t="t" r="r" b="b"/>
            <a:pathLst>
              <a:path w="100000" h="60784">
                <a:moveTo>
                  <a:pt x="0" y="1961"/>
                </a:moveTo>
                <a:cubicBezTo>
                  <a:pt x="0" y="21569"/>
                  <a:pt x="0" y="21569"/>
                  <a:pt x="0" y="21569"/>
                </a:cubicBezTo>
                <a:cubicBezTo>
                  <a:pt x="39216" y="21569"/>
                  <a:pt x="58824" y="41176"/>
                  <a:pt x="98039" y="60784"/>
                </a:cubicBezTo>
                <a:lnTo>
                  <a:pt x="98039" y="60784"/>
                </a:lnTo>
                <a:cubicBezTo>
                  <a:pt x="58824" y="41176"/>
                  <a:pt x="39216" y="21569"/>
                  <a:pt x="0" y="1961"/>
                </a:cubicBezTo>
                <a:close/>
              </a:path>
            </a:pathLst>
          </a:custGeom>
          <a:solidFill>
            <a:srgbClr val="98E9C2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2962800" cy="123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713160" y="1905840"/>
            <a:ext cx="4058280" cy="217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pic>
        <p:nvPicPr>
          <p:cNvPr id="209" name="Google Shape;68;p7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158" t="763" r="46635" b="79202"/>
          <a:stretch>
            <a:fillRect/>
          </a:stretch>
        </p:blipFill>
        <p:spPr>
          <a:xfrm rot="16200000">
            <a:off x="6077520" y="2072160"/>
            <a:ext cx="5188320" cy="103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oogle Shape;69;p7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5470" t="60306" r="7161" b="-7602"/>
          <a:stretch>
            <a:fillRect/>
          </a:stretch>
        </p:blipFill>
        <p:spPr>
          <a:xfrm>
            <a:off x="0" y="-6840"/>
            <a:ext cx="7627680" cy="2435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71;p8"/>
          <p:cNvPicPr>
            <a:picLocks noChangeAspect="1"/>
          </p:cNvPicPr>
          <p:nvPr/>
        </p:nvPicPr>
        <p:blipFill rotWithShape="1">
          <a:blip r:embed="rId2"/>
          <a:srcRect l="10976" t="0" r="57908" b="-360"/>
          <a:stretch>
            <a:fillRect/>
          </a:stretch>
        </p:blipFill>
        <p:spPr>
          <a:xfrm rot="16200000" flipH="1">
            <a:off x="2000520" y="-2010240"/>
            <a:ext cx="5175000" cy="917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oogle Shape;72;p8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7180" t="26476" r="31009" b="-92169"/>
          <a:stretch>
            <a:fillRect/>
          </a:stretch>
        </p:blipFill>
        <p:spPr>
          <a:xfrm rot="16200000" flipH="1">
            <a:off x="893520" y="-893520"/>
            <a:ext cx="5187240" cy="697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769760" y="1657440"/>
            <a:ext cx="560376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75;p9"/>
          <p:cNvPicPr>
            <a:picLocks noChangeAspect="1"/>
          </p:cNvPicPr>
          <p:nvPr/>
        </p:nvPicPr>
        <p:blipFill rotWithShape="1">
          <a:blip r:embed="rId2"/>
          <a:srcRect l="133" t="0" r="68724" b="0"/>
          <a:stretch>
            <a:fillRect/>
          </a:stretch>
        </p:blipFill>
        <p:spPr>
          <a:xfrm rot="5400000">
            <a:off x="1982520" y="-1996560"/>
            <a:ext cx="5179320" cy="914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Google Shape;76;p9"/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0082" t="7567" r="28313" b="-125040"/>
          <a:stretch>
            <a:fillRect/>
          </a:stretch>
        </p:blipFill>
        <p:spPr>
          <a:xfrm rot="5400000">
            <a:off x="2702880" y="-1996200"/>
            <a:ext cx="5164560" cy="91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Google Shape;77;p9"/>
          <p:cNvSpPr/>
          <p:nvPr/>
        </p:nvSpPr>
        <p:spPr>
          <a:xfrm>
            <a:off x="1339560" y="334476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17" name="Google Shape;78;p9"/>
          <p:cNvSpPr/>
          <p:nvPr/>
        </p:nvSpPr>
        <p:spPr>
          <a:xfrm>
            <a:off x="1339920" y="3348720"/>
            <a:ext cx="2160" cy="720"/>
          </a:xfrm>
          <a:custGeom>
            <a:avLst/>
            <a:gdLst/>
            <a:ahLst/>
            <a:cxnLst/>
            <a:rect l="l" t="t" r="r" b="b"/>
            <a:pathLst>
              <a:path w="100000" h="50000">
                <a:moveTo>
                  <a:pt x="4545" y="0"/>
                </a:moveTo>
                <a:cubicBezTo>
                  <a:pt x="50000" y="0"/>
                  <a:pt x="95455" y="45455"/>
                  <a:pt x="95455" y="45455"/>
                </a:cubicBezTo>
                <a:lnTo>
                  <a:pt x="50000" y="0"/>
                </a:lnTo>
                <a:close/>
              </a:path>
            </a:pathLst>
          </a:custGeom>
          <a:solidFill>
            <a:srgbClr val="82DCBA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577880" y="1430280"/>
            <a:ext cx="5428800" cy="111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body"/>
          </p:nvPr>
        </p:nvSpPr>
        <p:spPr>
          <a:xfrm>
            <a:off x="0" y="-6840"/>
            <a:ext cx="9143640" cy="514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3867120" y="3327840"/>
            <a:ext cx="4563000" cy="1280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rce, Motion, and Energy - Science - 10th Grade by Slides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sgo Final P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xStyles>
    <p:titleStyle>
      <a:lvl1pPr algn="l" defTabSz="914400" rtl="0" eaLnBrk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ubTitle"/>
          </p:nvPr>
        </p:nvSpPr>
        <p:spPr>
          <a:xfrm>
            <a:off x="1962000" y="3209760"/>
            <a:ext cx="5229000" cy="542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ar-BH" sz="1600" b="0" u="none" strike="noStrike">
                <a:solidFill>
                  <a:schemeClr val="dk1"/>
                </a:solidFill>
                <a:latin typeface="Albert Sans"/>
                <a:ea typeface="Albert Sans"/>
              </a:rPr>
              <a:t>حيدر علي الشويخ</a:t>
            </a:r>
            <a:endParaRPr lang="en-US" sz="1600" b="0" u="none" strike="noStrike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title"/>
          </p:nvPr>
        </p:nvSpPr>
        <p:spPr>
          <a:xfrm>
            <a:off x="1962000" y="1390680"/>
            <a:ext cx="5229000" cy="1590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ar-BH" sz="4000" b="1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البيثون</a:t>
            </a:r>
            <a:endParaRPr lang="fr-FR" sz="4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019160" y="866880"/>
            <a:ext cx="3400200" cy="217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ar-BH" sz="3500" b="1" u="none" strike="noStrike">
                <a:solidFill>
                  <a:schemeClr val="dk1"/>
                </a:solidFill>
                <a:latin typeface="DM Sans ExtraBold"/>
                <a:ea typeface="DM Sans ExtraBold"/>
              </a:rPr>
              <a:t>ما هي لغة البيثون؟</a:t>
            </a:r>
            <a:endParaRPr lang="fr-FR" sz="35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7" name="Google Shape;522;p50"/>
          <p:cNvSpPr/>
          <p:nvPr/>
        </p:nvSpPr>
        <p:spPr>
          <a:xfrm>
            <a:off x="5216978" y="-79329"/>
            <a:ext cx="3053443" cy="2544943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0">
            <a:noFill/>
          </a:ln>
          <a:effectLst>
            <a:outerShdw blurRad="57240" dist="19080" dir="5400000" algn="bl" rotWithShape="0">
              <a:schemeClr val="lt1">
                <a:alpha val="50000"/>
              </a:schemeClr>
            </a:out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" name="Google Shape;522;p50"/>
          <p:cNvSpPr/>
          <p:nvPr/>
        </p:nvSpPr>
        <p:spPr>
          <a:xfrm>
            <a:off x="5216978" y="2598557"/>
            <a:ext cx="3053443" cy="2544943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0">
            <a:noFill/>
          </a:ln>
          <a:effectLst>
            <a:outerShdw blurRad="57240" dist="19080" dir="5400000" algn="bl" rotWithShape="0">
              <a:schemeClr val="lt1">
                <a:alpha val="50000"/>
              </a:schemeClr>
            </a:out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231"/>
          <p:cNvSpPr/>
          <p:nvPr/>
        </p:nvSpPr>
        <p:spPr>
          <a:xfrm>
            <a:off x="566087" y="1096855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rmAutofit/>
          </a:bodyPr>
          <a:lstStyle/>
          <a:p>
            <a:pPr algn="r" defTabSz="914400" rtl="1">
              <a:lnSpc>
                <a:spcPct val="150000"/>
              </a:lnSpc>
              <a:tabLst>
                <a:tab pos="0" algn="l"/>
              </a:tabLst>
            </a:pPr>
            <a:r>
              <a:rPr lang="ar-BH" sz="3200">
                <a:solidFill>
                  <a:srgbClr val="FFFFFF"/>
                </a:solidFill>
                <a:latin typeface="OpenSymbol"/>
              </a:rPr>
              <a:t>لغة البيثون هي من أسهل لغات البرمجة، وهي التي يبدأ بها معظم المبرمجون الجدد. </a:t>
            </a:r>
            <a:endParaRPr lang="en-US" sz="3200" b="0" u="none" strike="noStrike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237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latin typeface="Calibri"/>
              </a:rPr>
              <a:t>02</a:t>
            </a:r>
            <a:endParaRPr lang="en-US" sz="5000" b="0" u="none" strike="noStrike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39" name="Rectangle 238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rmAutofit/>
          </a:bodyPr>
          <a:lstStyle/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ar-BH" sz="4000" b="1" u="none" strike="noStrike">
                <a:solidFill>
                  <a:schemeClr val="dk1"/>
                </a:solidFill>
                <a:latin typeface="DM Sans ExtraBold"/>
              </a:rPr>
              <a:t>المفاهيم المهمة:</a:t>
            </a:r>
            <a:endParaRPr lang="en-US" sz="4000" b="0" u="none" strike="noStrike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240" name="image69cf50e5d5556" descr="image69cf50e5d555b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-303455" y="1126716"/>
            <a:ext cx="4940769" cy="289006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>
                <a:solidFill>
                  <a:schemeClr val="dk1"/>
                </a:solidFill>
                <a:latin typeface="DM Sans ExtraBold"/>
              </a:rPr>
              <a:t>1-print</a:t>
            </a:r>
            <a:br>
              <a:rPr lang="en-US" sz="6000" b="1">
                <a:solidFill>
                  <a:schemeClr val="dk1"/>
                </a:solidFill>
                <a:latin typeface="DM Sans ExtraBold"/>
              </a:rPr>
            </a:br>
            <a:r>
              <a:rPr lang="en-US" sz="6000" b="1">
                <a:solidFill>
                  <a:schemeClr val="dk1"/>
                </a:solidFill>
                <a:latin typeface="DM Sans ExtraBold"/>
              </a:rPr>
              <a:t>2-input</a:t>
            </a:r>
            <a:br>
              <a:rPr lang="en-US" sz="6000" b="1">
                <a:solidFill>
                  <a:schemeClr val="dk1"/>
                </a:solidFill>
                <a:latin typeface="DM Sans ExtraBold"/>
              </a:rPr>
            </a:br>
            <a:r>
              <a:rPr lang="en-US" sz="6000" b="1">
                <a:solidFill>
                  <a:schemeClr val="dk1"/>
                </a:solidFill>
                <a:latin typeface="DM Sans ExtraBold"/>
              </a:rPr>
              <a:t>3-if statement </a:t>
            </a:r>
            <a:endParaRPr lang="fr-FR" sz="6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1412421" y="212271"/>
            <a:ext cx="5910943" cy="1273629"/>
          </a:xfrm>
          <a:prstGeom prst="roundRect">
            <a:avLst/>
          </a:prstGeom>
          <a:solidFill>
            <a:srgbClr val="006969"/>
          </a:solidFill>
          <a:ln>
            <a:solidFill>
              <a:srgbClr val="8E8E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43100" y="525919"/>
            <a:ext cx="4547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1- print(‘Hello World’)</a:t>
            </a:r>
          </a:p>
        </p:txBody>
      </p:sp>
      <p:sp>
        <p:nvSpPr>
          <p:cNvPr id="5" name="Rectangle 4"/>
          <p:cNvSpPr/>
          <p:nvPr/>
        </p:nvSpPr>
        <p:spPr>
          <a:xfrm>
            <a:off x="895267" y="1799548"/>
            <a:ext cx="6945249" cy="2241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840516" y="1882542"/>
            <a:ext cx="2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BH" sz="2800" b="1">
                <a:solidFill>
                  <a:schemeClr val="bg1"/>
                </a:solidFill>
              </a:rPr>
              <a:t>ما هي فائدتها؟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029" y="2571750"/>
            <a:ext cx="59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BH" sz="2400">
                <a:solidFill>
                  <a:schemeClr val="bg1"/>
                </a:solidFill>
              </a:rPr>
              <a:t>هذا الأمر يدعك تكتب أي شيء في تطبيقك البيثون</a:t>
            </a:r>
            <a:endParaRPr 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1412421" y="212271"/>
            <a:ext cx="5910943" cy="1273629"/>
          </a:xfrm>
          <a:prstGeom prst="roundRect">
            <a:avLst/>
          </a:prstGeom>
          <a:solidFill>
            <a:srgbClr val="006969"/>
          </a:solidFill>
          <a:ln>
            <a:solidFill>
              <a:srgbClr val="8E8E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65255" y="572086"/>
            <a:ext cx="52052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BH" sz="3000"/>
              <a:t>2</a:t>
            </a:r>
            <a:r>
              <a:rPr lang="en-US" sz="3000"/>
              <a:t>- input(“What is your name”)</a:t>
            </a:r>
          </a:p>
        </p:txBody>
      </p:sp>
      <p:sp>
        <p:nvSpPr>
          <p:cNvPr id="5" name="Rectangle 4"/>
          <p:cNvSpPr/>
          <p:nvPr/>
        </p:nvSpPr>
        <p:spPr>
          <a:xfrm>
            <a:off x="895267" y="1799548"/>
            <a:ext cx="6945249" cy="2241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840516" y="1882542"/>
            <a:ext cx="2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BH" sz="2800" b="1">
                <a:solidFill>
                  <a:schemeClr val="bg1"/>
                </a:solidFill>
              </a:rPr>
              <a:t>ما هي فائدتها؟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572" y="2761538"/>
            <a:ext cx="59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BH" sz="2400">
                <a:solidFill>
                  <a:schemeClr val="bg1"/>
                </a:solidFill>
              </a:rPr>
              <a:t>هذا الأمر اذا كتبته يجعلك تسأل المستخدم سؤال.</a:t>
            </a:r>
            <a:endParaRPr 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1460567" y="94360"/>
            <a:ext cx="6222866" cy="2359479"/>
          </a:xfrm>
          <a:prstGeom prst="roundRect">
            <a:avLst/>
          </a:prstGeom>
          <a:solidFill>
            <a:srgbClr val="006969"/>
          </a:solidFill>
          <a:ln>
            <a:solidFill>
              <a:srgbClr val="8E8E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699102" y="212270"/>
            <a:ext cx="598433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3-</a:t>
            </a:r>
            <a:r>
              <a:rPr lang="en-US" sz="1600"/>
              <a:t> I = input(“What is your name”)</a:t>
            </a:r>
          </a:p>
          <a:p>
            <a:endParaRPr lang="en-US" sz="1600"/>
          </a:p>
          <a:p>
            <a:r>
              <a:rPr lang="en-US" sz="1600"/>
              <a:t>if I == 11:</a:t>
            </a:r>
          </a:p>
          <a:p>
            <a:r>
              <a:rPr lang="en-US" sz="1600"/>
              <a:t>	print(‘You are the same age as me!’)</a:t>
            </a:r>
          </a:p>
          <a:p>
            <a:r>
              <a:rPr lang="en-US" sz="1600"/>
              <a:t>elif</a:t>
            </a:r>
            <a:r>
              <a:rPr lang="en-US" sz="1600"/>
              <a:t> I == 9:</a:t>
            </a:r>
          </a:p>
          <a:p>
            <a:r>
              <a:rPr lang="en-US" sz="1600"/>
              <a:t>	print(‘You are the same age as my brother!’)</a:t>
            </a:r>
          </a:p>
          <a:p>
            <a:r>
              <a:rPr lang="en-US" sz="1600"/>
              <a:t>else:</a:t>
            </a:r>
            <a:br>
              <a:rPr lang="en-US" sz="1600"/>
            </a:br>
            <a:r>
              <a:rPr lang="en-US" sz="1600"/>
              <a:t>	print(‘You are not the same age as me or my brother’)</a:t>
            </a:r>
          </a:p>
        </p:txBody>
      </p:sp>
      <p:sp>
        <p:nvSpPr>
          <p:cNvPr id="5" name="Rectangle 4"/>
          <p:cNvSpPr/>
          <p:nvPr/>
        </p:nvSpPr>
        <p:spPr>
          <a:xfrm>
            <a:off x="895265" y="2802404"/>
            <a:ext cx="6945249" cy="2241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840514" y="2867427"/>
            <a:ext cx="2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BH" sz="2800" b="1">
                <a:solidFill>
                  <a:schemeClr val="bg1"/>
                </a:solidFill>
              </a:rPr>
              <a:t>ما هي فائدتها؟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0230" y="3390647"/>
            <a:ext cx="59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BH" sz="2400">
                <a:solidFill>
                  <a:schemeClr val="bg1"/>
                </a:solidFill>
              </a:rPr>
              <a:t>هذا الأمر يجعلك تسأل المستخدم سؤال</a:t>
            </a:r>
          </a:p>
          <a:p>
            <a:pPr algn="r" rtl="1"/>
            <a:r>
              <a:rPr lang="ar-BH" sz="2400">
                <a:solidFill>
                  <a:schemeClr val="bg1"/>
                </a:solidFill>
              </a:rPr>
              <a:t> وتدر على اجابته.</a:t>
            </a:r>
            <a:endParaRPr 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247"/>
          <p:cNvSpPr/>
          <p:nvPr/>
        </p:nvSpPr>
        <p:spPr>
          <a:xfrm>
            <a:off x="2386723" y="1839715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ar-BH" sz="5400" b="1">
                <a:solidFill>
                  <a:schemeClr val="dk1"/>
                </a:solidFill>
                <a:latin typeface="DM Sans ExtraBold"/>
              </a:rPr>
              <a:t>شكرًا لالتزامكم!</a:t>
            </a:r>
            <a:endParaRPr lang="en-US" sz="5400" b="0" u="none" strike="noStrike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rce, Motion, and Energy - Science - 10th Grade by Slidesgo">
  <a:themeElements>
    <a:clrScheme name="Simple Light">
      <a:dk1>
        <a:srgbClr val="FFFFFF"/>
      </a:dk1>
      <a:lt1>
        <a:srgbClr val="0F2A29"/>
      </a:lt1>
      <a:dk2>
        <a:srgbClr val="017171"/>
      </a:dk2>
      <a:lt2>
        <a:srgbClr val="00AEAD"/>
      </a:lt2>
      <a:accent1>
        <a:srgbClr val="11EBEB"/>
      </a:accent1>
      <a:accent2>
        <a:srgbClr val="ABE9E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rce, Motion, and Energy - Science - 10th Grade by Slidesg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/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lidesgo Final Pag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/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9</Slides>
  <Notes>0</Notes>
  <HiddenSlides>0</HiddenSlides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حيدر علي الشويخ</dc:creator>
  <cp:lastModifiedBy>حيدر علي الشويخ</cp:lastModifiedBy>
  <cp:revision>1</cp:revision>
  <dcterms:modified xsi:type="dcterms:W3CDTF">2026-09-11T07:44:54Z</dcterms:modified>
</cp:coreProperties>
</file>